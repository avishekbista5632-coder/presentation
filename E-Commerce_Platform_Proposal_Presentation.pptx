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34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3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6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20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7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5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74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6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9902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58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014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98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1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3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erial view of container ship">
            <a:extLst>
              <a:ext uri="{FF2B5EF4-FFF2-40B4-BE49-F238E27FC236}">
                <a16:creationId xmlns:a16="http://schemas.microsoft.com/office/drawing/2014/main" id="{2A8D2AF3-536F-BC1C-B5FC-E302B8F7DF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67" r="53046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5422" y="1678665"/>
            <a:ext cx="2915879" cy="2372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1">
                <a:latin typeface="Agency FB" panose="020B0503020202020204" pitchFamily="34" charset="0"/>
              </a:rPr>
              <a:t>E-Commerce Platform</a:t>
            </a:r>
            <a:br>
              <a:rPr lang="en-US" sz="4600" b="1">
                <a:latin typeface="Agency FB" panose="020B0503020202020204" pitchFamily="34" charset="0"/>
              </a:rPr>
            </a:br>
            <a:r>
              <a:rPr lang="en-US" sz="4600" b="1">
                <a:latin typeface="Agency FB" panose="020B0503020202020204" pitchFamily="34" charset="0"/>
              </a:rPr>
              <a:t>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5422" y="4050833"/>
            <a:ext cx="2920080" cy="10968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By Avishek Bista</a:t>
            </a:r>
          </a:p>
          <a:p>
            <a:pPr>
              <a:lnSpc>
                <a:spcPct val="90000"/>
              </a:lnSpc>
            </a:pPr>
            <a:r>
              <a:rPr lang="en-US" sz="1400"/>
              <a:t>14892/22</a:t>
            </a:r>
          </a:p>
          <a:p>
            <a:pPr>
              <a:lnSpc>
                <a:spcPct val="90000"/>
              </a:lnSpc>
            </a:pPr>
            <a:r>
              <a:rPr lang="en-US" sz="1400"/>
              <a:t>ST. Xavier’s College, BIM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gency FB" panose="020B05030202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Limited market reach due to lack of online presence</a:t>
            </a:r>
          </a:p>
          <a:p>
            <a:r>
              <a:rPr sz="2400" dirty="0"/>
              <a:t>No customer engagement or digital marketing tools</a:t>
            </a:r>
          </a:p>
          <a:p>
            <a:r>
              <a:rPr sz="2400" dirty="0"/>
              <a:t>Competition from bigger brands</a:t>
            </a:r>
          </a:p>
          <a:p>
            <a:r>
              <a:rPr lang="en-US" sz="2400" dirty="0"/>
              <a:t>N</a:t>
            </a:r>
            <a:r>
              <a:rPr sz="2400" dirty="0"/>
              <a:t>o feedback or review system</a:t>
            </a:r>
          </a:p>
          <a:p>
            <a:r>
              <a:rPr sz="2400" dirty="0"/>
              <a:t>Need for an e-commerce platform to boost visibility and sales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gency FB" panose="020B0503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/>
              <a:t>Develop a user-friendly e-commerce website</a:t>
            </a:r>
          </a:p>
          <a:p>
            <a:r>
              <a:rPr sz="2400" dirty="0"/>
              <a:t>Enable product browsing, ordering, and reviewing</a:t>
            </a:r>
          </a:p>
          <a:p>
            <a:r>
              <a:rPr sz="2400" dirty="0"/>
              <a:t>Manage inventory, track orders, and offer discounts</a:t>
            </a:r>
          </a:p>
          <a:p>
            <a:r>
              <a:rPr sz="2400" dirty="0"/>
              <a:t>Collect customer data and feedback</a:t>
            </a:r>
          </a:p>
          <a:p>
            <a:r>
              <a:rPr sz="2400" dirty="0"/>
              <a:t>Build brand loyalty through digital engagement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2B7B5-285F-CE7E-8ECF-C2B184367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C569-DC5A-DD9D-1025-D129DA6C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Research Methodology</a:t>
            </a:r>
            <a:endParaRPr b="1" dirty="0">
              <a:latin typeface="Agency FB" panose="020B0503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F7FBF3-C12C-D7DE-9096-CD0DCE10C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1300163"/>
            <a:ext cx="2962275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161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gency FB" panose="020B0503020202020204" pitchFamily="34" charset="0"/>
              </a:rPr>
              <a:t>Proposed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/>
              <a:t>Agile Development Model</a:t>
            </a:r>
          </a:p>
          <a:p>
            <a:r>
              <a:rPr sz="2400" dirty="0"/>
              <a:t>Frontend: HTML, CSS, JavaScript (React)</a:t>
            </a:r>
          </a:p>
          <a:p>
            <a:r>
              <a:rPr sz="2400" dirty="0"/>
              <a:t>Backend: Django (Python) or Laravel (PHP)</a:t>
            </a:r>
          </a:p>
          <a:p>
            <a:r>
              <a:rPr sz="2400" dirty="0"/>
              <a:t>Database: MySQL</a:t>
            </a:r>
          </a:p>
          <a:p>
            <a:r>
              <a:rPr sz="2400" dirty="0"/>
              <a:t>Payment Gateway: </a:t>
            </a:r>
            <a:r>
              <a:rPr sz="2400" dirty="0" err="1"/>
              <a:t>Esewa</a:t>
            </a:r>
            <a:r>
              <a:rPr sz="2400" dirty="0"/>
              <a:t> or Khalti</a:t>
            </a:r>
          </a:p>
          <a:p>
            <a:r>
              <a:rPr sz="2400" dirty="0"/>
              <a:t>Version Control: GitHub</a:t>
            </a:r>
          </a:p>
          <a:p>
            <a:r>
              <a:rPr sz="2400" dirty="0"/>
              <a:t>Design Tools: Use Case, ER Diagrams, Wireframes, Flowcharts</a:t>
            </a:r>
            <a:r>
              <a:rPr lang="en-US" sz="2400" dirty="0"/>
              <a:t>, </a:t>
            </a:r>
            <a:r>
              <a:rPr lang="en-US" sz="2400" dirty="0" err="1"/>
              <a:t>figma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gency FB" panose="020B0503020202020204" pitchFamily="34" charset="0"/>
              </a:rP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Fully functional e-commerce website</a:t>
            </a:r>
          </a:p>
          <a:p>
            <a:r>
              <a:rPr sz="2400" dirty="0"/>
              <a:t>Product catalog, cart, and secure checkout</a:t>
            </a:r>
          </a:p>
          <a:p>
            <a:r>
              <a:rPr sz="2400" dirty="0"/>
              <a:t>Order tracking and reviews</a:t>
            </a:r>
          </a:p>
          <a:p>
            <a:r>
              <a:rPr sz="2400" dirty="0"/>
              <a:t>Email/SMS promotions</a:t>
            </a:r>
          </a:p>
          <a:p>
            <a:r>
              <a:rPr sz="2400" dirty="0"/>
              <a:t>Admin dashboard for management</a:t>
            </a:r>
          </a:p>
          <a:p>
            <a:r>
              <a:rPr sz="2400" dirty="0"/>
              <a:t>Sales analytics and reporting</a:t>
            </a:r>
          </a:p>
          <a:p>
            <a:r>
              <a:rPr sz="2400" dirty="0"/>
              <a:t>Documentation and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gency FB" panose="020B0503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Project empowers local manufacturer via digital presence</a:t>
            </a:r>
          </a:p>
          <a:p>
            <a:r>
              <a:rPr sz="2400" dirty="0"/>
              <a:t>Enhances customer interaction and trust</a:t>
            </a:r>
          </a:p>
          <a:p>
            <a:r>
              <a:rPr sz="2400" dirty="0"/>
              <a:t>Boosts sales and builds brand visibility</a:t>
            </a:r>
          </a:p>
          <a:p>
            <a:r>
              <a:rPr sz="2400" dirty="0"/>
              <a:t>Offers a cost-effective and scalable solution</a:t>
            </a:r>
          </a:p>
          <a:p>
            <a:r>
              <a:rPr sz="2400" dirty="0"/>
              <a:t>Competes effectively with larger brands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205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Agency FB</vt:lpstr>
      <vt:lpstr>Arial</vt:lpstr>
      <vt:lpstr>Trebuchet MS</vt:lpstr>
      <vt:lpstr>Wingdings 3</vt:lpstr>
      <vt:lpstr>Facet</vt:lpstr>
      <vt:lpstr>E-Commerce Platform  Presentation</vt:lpstr>
      <vt:lpstr>Problem Statement</vt:lpstr>
      <vt:lpstr>Objectives</vt:lpstr>
      <vt:lpstr>Research Methodology</vt:lpstr>
      <vt:lpstr>Proposed Tool</vt:lpstr>
      <vt:lpstr>Deliverables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2025-06-27T09:08:09Z</dcterms:modified>
  <cp:category/>
</cp:coreProperties>
</file>